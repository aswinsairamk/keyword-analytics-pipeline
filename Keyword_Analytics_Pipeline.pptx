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Analytics Pipeline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  →  PySpark  →  Delta Lake  →  Streamlit  →  Apache Airflow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·  PySpark 3.3.2  ·  Delta Lake  ·  Streamlit  ·  Airflow 2.9.3  ·  WSL2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·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34"/>
          </a:solidFill>
          <a:ln w="12700">
            <a:solidFill>
              <a:srgbClr val="0F20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live keyword search trend data from Google Trends, transforms it with PySpark, stores in Delta Lake, visualizes in a Streamlit dashboard, and orchestrates everything with Apache Airflow on WSL2.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2057400"/>
            <a:ext cx="1554480" cy="12801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2148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57860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pytrends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2450592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84248" y="2057400"/>
            <a:ext cx="155448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2148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84248" y="257860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enrich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38728" y="2450592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39896" y="2057400"/>
            <a:ext cx="155448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2148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39896" y="257860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94376" y="2450592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95544" y="2057400"/>
            <a:ext cx="1554480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5544" y="2148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95544" y="257860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50024" y="2450592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51192" y="2057400"/>
            <a:ext cx="1554480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51192" y="2148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51192" y="257860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6 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vs Project 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860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NYC Taxi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" y="4133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Google Trends 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04872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(.bat)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04872" y="4133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04872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DAG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81144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81144" y="4133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81144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live dashboard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57416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only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57416" y="4133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57416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Linux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— Google Trends via pytrends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tracked (last 90 days, worldwide, web search):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55448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84832" y="1371600"/>
            <a:ext cx="155448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4832" y="1371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03904" y="1371600"/>
            <a:ext cx="155448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3904" y="1371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marketing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22976" y="1371600"/>
            <a:ext cx="155448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22976" y="1371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42048" y="1371600"/>
            <a:ext cx="155448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42048" y="1371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fetched: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402336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23160"/>
            <a:ext cx="40233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60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keyword_trends.csv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2971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rows of daily search interest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(scale 0-100) per keyword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402336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423160"/>
            <a:ext cx="402336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560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related_queries.csv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971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related search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5 keywords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used for ingestion: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pytrends.build_payload(KEYWORDS, timeframe="today 3-m", geo="")  →  pytrends.interest_over_time()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Transformation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91440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CSV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6217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96012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spark.read.option("header","true").csv(BASE + "/raw/keyword_trends.csv")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499616"/>
            <a:ext cx="8686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499616"/>
            <a:ext cx="914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545336"/>
            <a:ext cx="6217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545336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df.withColumnRenamed("digital marketing", "digital_marketing")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084832"/>
            <a:ext cx="8686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084832"/>
            <a:ext cx="914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1579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130552"/>
            <a:ext cx="6217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13055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df.dropDuplicates().dropna()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670048"/>
            <a:ext cx="8686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670048"/>
            <a:ext cx="914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day_of_week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2715768"/>
            <a:ext cx="6217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715768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df.withColumn('day_of_week', dayofweek(col('week')))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255264"/>
            <a:ext cx="8686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255264"/>
            <a:ext cx="914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3284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top_keyword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3300984"/>
            <a:ext cx="6217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300984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df.withColumn('top_keyword', when(col('SEO') &gt;= ..., 'SEO')...)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840480"/>
            <a:ext cx="8686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840480"/>
            <a:ext cx="9144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913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total_interest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0" y="3886200"/>
            <a:ext cx="6217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388620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df.withColumn('total_interest', col('SEO') + col('digital_marketing') + ...)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4425696"/>
            <a:ext cx="8686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4425696"/>
            <a:ext cx="9144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4988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Silver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0" y="4471416"/>
            <a:ext cx="62179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4471416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df_clean.coalesce(1).write.mode('overwrite').parquet(BASE + '/silver')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5074920"/>
            <a:ext cx="868680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5074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91 clean rows with 5 keyword scores + day_of_week + month + top_keyword + total_interest + loaded_at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Live Keyword 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at: http://localhost:8501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2743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0"/>
            <a:ext cx="27432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days tracked, peak SEO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average SEO 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371600"/>
            <a:ext cx="2743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137160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554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interest over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5 keywords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17336" y="1371600"/>
            <a:ext cx="2743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1371600"/>
            <a:ext cx="27432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554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54496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interest per keyword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dominates at ~33 avg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2743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017520"/>
            <a:ext cx="274320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00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611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searches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keywords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3017520"/>
            <a:ext cx="2743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72968" y="3017520"/>
            <a:ext cx="27432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200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queries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611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related searches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keyword dropdown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17336" y="3017520"/>
            <a:ext cx="2743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17336" y="3017520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200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54496" y="3611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picker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keyword selector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with: streamlit run dashboard.py  |  All charts update instantly when filters change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DAG — Orchestration on WSL2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ID: keyword_analytics_pipeline  ·  Schedule: 0 6 * * * (daily 6 AM)  ·  Retries: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8686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0"/>
            <a:ext cx="91440" cy="9601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371600"/>
            <a:ext cx="868680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ingest_keyword_data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1371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sec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91 rows from Google Trends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keyword_trends.csv to raw/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0" y="23317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514600"/>
            <a:ext cx="8686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514600"/>
            <a:ext cx="9144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514600"/>
            <a:ext cx="8686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146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transform_keyword_data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2514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9260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cleans and enriches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Silver Parquet folder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34747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3657600"/>
            <a:ext cx="8686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657600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657600"/>
            <a:ext cx="8686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576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load_gold_table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3657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sec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0690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Silver, writes Delta Lake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table with ACID transactions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tasks completed successfully — GREEN in Airflow UI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34"/>
          </a:solidFill>
          <a:ln w="12700">
            <a:solidFill>
              <a:srgbClr val="0F20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Setup — Linux on Windows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only runs on Linux/Mac. WSL2 enables a full Linux environment inside Windows.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453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WSL2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453896"/>
            <a:ext cx="59436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45389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dism.exe /online /enable-feature /featurename:Microsoft-Windows-Subsystem-Linux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01168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482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Ubuntu 22.04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2048256"/>
            <a:ext cx="59436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04825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wsl --install -d Ubuntu  (via Microsoft Store)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60604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6426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Java 11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2642616"/>
            <a:ext cx="59436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264261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openjdk-11-jdk -y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20040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2369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virtual env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3236976"/>
            <a:ext cx="59436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323697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airflow_env &amp;&amp; source airflow_env/bin/activate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379476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8313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Airflow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26080" y="3831336"/>
            <a:ext cx="59436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383133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apache-airflow==2.9.3 --constraint "constraints-3.12.txt"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438912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44256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&amp; start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26080" y="4425696"/>
            <a:ext cx="59436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71800" y="442569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airflow db init  →  airflow webserver  →  airflow scheduler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5120640"/>
            <a:ext cx="86868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5120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Airflow UI at http://localhost:8080  |  Access Windows files at /mnt/c/Users/...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rows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trend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2968" y="96012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172968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tracked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17336" y="9601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17336" y="960120"/>
            <a:ext cx="27432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17336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queries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69748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697480"/>
            <a:ext cx="274320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2860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keyword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72968" y="269748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2968" y="2697480"/>
            <a:ext cx="27432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172968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 tasks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17336" y="269748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17336" y="2697480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17336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frequency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add to make this project even stronger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27432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quality_check.py to validate each 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1371600"/>
            <a:ext cx="27432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463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67328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9202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notified when Airflow DAG fails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17336" y="1371600"/>
            <a:ext cx="27432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1463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11696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keywords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19202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competitor brands or trending topics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788920"/>
            <a:ext cx="27432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80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2880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33756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5 years of data for deeper analysis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72968" y="2788920"/>
            <a:ext cx="27432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880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67328" y="2880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33756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Delta Lake to Power BI for reports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17336" y="2788920"/>
            <a:ext cx="27432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2880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11696" y="2880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54496" y="333756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next pipeline with even more tools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4622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PySpark  ·  Delta Lake  ·  Streamlit  ·  Apache Airflow  ·  WSL2  ·  Google Trends  ·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 Keyword Analytics Pipeline</dc:title>
  <dc:subject>PptxGenJS Presentation</dc:subject>
  <dc:creator>PptxGenJS</dc:creator>
  <cp:lastModifiedBy>PptxGenJS</cp:lastModifiedBy>
  <cp:revision>1</cp:revision>
  <dcterms:created xsi:type="dcterms:W3CDTF">2026-04-02T16:00:26Z</dcterms:created>
  <dcterms:modified xsi:type="dcterms:W3CDTF">2026-04-02T16:00:26Z</dcterms:modified>
</cp:coreProperties>
</file>